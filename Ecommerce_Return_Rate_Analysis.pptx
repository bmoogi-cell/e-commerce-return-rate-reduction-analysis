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E-commerce Return Rate Reduction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 • SQL •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Identify factors causing product returns</a:t>
            </a:r>
          </a:p>
          <a:p>
            <a:r>
              <a:t>- Analyze variations by category, region, and channel</a:t>
            </a:r>
          </a:p>
          <a:p>
            <a:r>
              <a:t>- Predict return probability using ML</a:t>
            </a:r>
          </a:p>
          <a:p>
            <a:r>
              <a:t>- Build dashboard for high‑risk products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Python (Pandas, Logistic Regression)</a:t>
            </a:r>
          </a:p>
          <a:p>
            <a:r>
              <a:t>- SQL for data cleaning &amp; joins</a:t>
            </a:r>
          </a:p>
          <a:p>
            <a:r>
              <a:t>- Power BI for interactive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Clean and prepare datasets</a:t>
            </a:r>
          </a:p>
          <a:p>
            <a:r>
              <a:t>2. Analyze return % by segments</a:t>
            </a:r>
          </a:p>
          <a:p>
            <a:r>
              <a:t>3. Build ML model to score risk</a:t>
            </a:r>
          </a:p>
          <a:p>
            <a:r>
              <a:t>4. Create return-risk dashboard</a:t>
            </a:r>
          </a:p>
          <a:p>
            <a:r>
              <a:t>5. Export high‑risk product 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Interactive Power BI dashboard</a:t>
            </a:r>
          </a:p>
          <a:p>
            <a:r>
              <a:t>- Python prediction codebase</a:t>
            </a:r>
          </a:p>
          <a:p>
            <a:r>
              <a:t>- CSV of high-risk products</a:t>
            </a:r>
          </a:p>
          <a:p>
            <a:r>
              <a:t>- Return analysis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